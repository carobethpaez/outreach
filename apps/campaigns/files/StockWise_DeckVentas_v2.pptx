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
  
		
  <Relationship Id="rId1" Type="http://schemas.openxmlformats.org/officeDocument/2006/relationships/extended-properties" Target="docProps/app.xml"/>
  
		
  <Relationship Id="rId2" Type="http://schemas.openxmlformats.org/package/2006/relationships/metadata/core-properties" Target="docProps/core.xml"/>
  
		
  <Relationship Id="rId3" Type="http://schemas.openxmlformats.org/officeDocument/2006/relationships/officeDocument" Target="ppt/presentation.xml"/>
  
		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notesMaster" Target="notesMasters/notesMaster1.xml"/>
  <Relationship Id="rId9" Type="http://schemas.openxmlformats.org/officeDocument/2006/relationships/presProps" Target="presProps.xml"/>
  <Relationship Id="rId10" Type="http://schemas.openxmlformats.org/officeDocument/2006/relationships/viewProps" Target="viewProps.xml"/>
  <Relationship Id="rId11" Type="http://schemas.openxmlformats.org/officeDocument/2006/relationships/theme" Target="theme/theme1.xml"/>
  <Relationship Id="rId12" Type="http://schemas.openxmlformats.org/officeDocument/2006/relationships/tableStyles" Target="tableStyles.xml"/>
</Relationships>

</file>

<file path=ppt/notesMasters/_rels/notesMaster1.xml.rels><?xml version="1.0" encoding="utf-8"?>
<Relationships xmlns="http://schemas.openxmlformats.org/package/2006/relationships">
  
		
  <Relationship Id="rId1" Type="http://schemas.openxmlformats.org/officeDocument/2006/relationships/theme" Target="../theme/theme1.xml"/>
  
		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.xml"/>
  
		
</Relationships>

</file>

<file path=ppt/notesSlides/_rels/notesSlide2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2.xml"/>
  
		
</Relationships>

</file>

<file path=ppt/notesSlides/_rels/notesSlide3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3.xml"/>
  
		
</Relationships>

</file>

<file path=ppt/notesSlides/_rels/notesSlide4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4.xml"/>
  
		
</Relationships>

</file>

<file path=ppt/notesSlides/_rels/notesSlide5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5.xml"/>
  
		
</Relationships>

</file>

<file path=ppt/notesSlides/_rels/notesSlide6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6.xml"/>
  
		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hyperlink" Target="https://www.stock-wise.cloud" TargetMode="External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hyperlink" Target="https://www.stock-wise.cloud" TargetMode="External"/>
  <Relationship Id="rId2" Type="http://schemas.openxmlformats.org/officeDocument/2006/relationships/slideLayout" Target="../slideLayouts/slideLayout1.xml"/>
  <Relationship Id="rId3" Type="http://schemas.openxmlformats.org/officeDocument/2006/relationships/notesSlide" Target="../notesSlides/notesSlide6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0" y="914400"/>
            <a:ext cx="5852160" cy="3291840"/>
          </a:xfrm>
          <a:prstGeom prst="roundRect">
            <a:avLst>
              <a:gd name="adj" fmla="val 3333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645920" y="914400"/>
            <a:ext cx="58521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11887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StockWise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645920" y="1920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inventario en piloto automático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0" y="2468880"/>
            <a:ext cx="2194560" cy="27432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2606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IA de gestión de inventario · Hecho en Chile</a:t>
            </a:r>
            <a:endParaRPr lang="en-US" sz="12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645920" y="3063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u="sng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www.stock-wise.cloud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3657600"/>
            <a:ext cx="2743200" cy="36576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gratuito disponible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cuesta no saber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hay en bodega?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920240"/>
            <a:ext cx="2651760" cy="54864"/>
          </a:xfrm>
          <a:prstGeom prst="roundRect">
            <a:avLst>
              <a:gd name="adj" fmla="val 8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103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Quiebres de stock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12724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perdidas y producción frenada por falta de insumos críticos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920240"/>
            <a:ext cx="2651760" cy="54864"/>
          </a:xfrm>
          <a:prstGeom prst="roundRect">
            <a:avLst>
              <a:gd name="adj" fmla="val 8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2103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29000" y="2697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Sobrestock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312724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inmovilizado en productos que no rotan y espacio de bodega desperdiciado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920240"/>
            <a:ext cx="2651760" cy="54864"/>
          </a:xfrm>
          <a:prstGeom prst="roundRect">
            <a:avLst>
              <a:gd name="adj" fmla="val 8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103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63640" y="2697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manual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312724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del equipo contando, revisando planillas y haciendo lo que una IA puede hacer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IA que trabaja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tú te enfocas en el negocio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18470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antes del quiebre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2240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escasez con anticipación, sin que nadie tenga que revisar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73736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23560" y="18470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 automáticas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22402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órdenes de compra listas para aprobar — el agente negocia por ti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33101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en tiempo real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7033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24/7 desde cualquier dispositivo, con historial completo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200400"/>
            <a:ext cx="4114800" cy="1280160"/>
          </a:xfrm>
          <a:prstGeom prst="roundRect">
            <a:avLst>
              <a:gd name="adj" fmla="val 7143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23560" y="33101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por proyecto o bodega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23560" y="37033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el inventario como trabaja tu empresa — proyectos, sucursales, bodegas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marcha en 5 días, corriendo solo 24/7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94360" cy="59436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tu inventario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desde Excel o CSV. Defines productos, bodegas y umbrales mínimos en menos de un día.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645920"/>
            <a:ext cx="594360" cy="59436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aprende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8803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StockWise analiza tus patrones de movimiento y configura las alertas automáticamente.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645920"/>
            <a:ext cx="594360" cy="59436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24/7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8803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trabaja solo — detecta quiebres, genera OCs y te alerta solo cuando necesitas actuar.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063240" y="2971800"/>
            <a:ext cx="274320" cy="0"/>
          </a:xfrm>
          <a:prstGeom prst="line">
            <a:avLst/>
          </a:prstGeom>
          <a:noFill/>
          <a:ln w="19050">
            <a:solidFill>
              <a:srgbClr val="1E253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897880" y="2971800"/>
            <a:ext cx="274320" cy="0"/>
          </a:xfrm>
          <a:prstGeom prst="line">
            <a:avLst/>
          </a:prstGeom>
          <a:noFill/>
          <a:ln w="19050">
            <a:solidFill>
              <a:srgbClr val="1E2530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ESPERAMOS LOGRAR JUNTOS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del piloto — 30 días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Diseñamos StockWise para que estas sean las métricas que tu empresa logre en el primer mes.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20240"/>
            <a:ext cx="265176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48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32735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 control manual de inventario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9202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920240"/>
            <a:ext cx="265176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148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9000" y="32735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quiebres de stock crítico durante el piloto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920240"/>
            <a:ext cx="26517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148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días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1792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32735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estar operativo desde el primer día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gratuito — 30 días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03520" cy="3108960"/>
          </a:xfrm>
          <a:prstGeom prst="roundRect">
            <a:avLst>
              <a:gd name="adj" fmla="val 3529"/>
            </a:avLst>
          </a:prstGeom>
          <a:solidFill>
            <a:srgbClr val="0F1318"/>
          </a:solidFill>
          <a:ln w="12700">
            <a:solidFill>
              <a:srgbClr val="1E2530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002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62763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durante 30 días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2140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148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contrato ni permanencia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64261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6700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incluida — yo lo implemento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16382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319125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directo de la creadora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68503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71246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en 5 días hábiles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161B22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0760" y="1645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¿Conversamos?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8076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soporte@stock-wise.cloud</a:t>
            </a:r>
            <a:endParaRPr lang="en-US" sz="1200" dirty="0"/>
          </a:p>
        </p:txBody>
      </p:sp>
      <p:sp>
        <p:nvSpPr>
          <p:cNvPr id="18" name="Text 16">
            <a:hlinkClick r:id="rId1" tooltip=""/>
          </p:cNvPr>
          <p:cNvSpPr/>
          <p:nvPr/>
        </p:nvSpPr>
        <p:spPr>
          <a:xfrm>
            <a:off x="608076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www.stock-wise.cloud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20040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demo gratis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Carolina Páez · Creadora StockWise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StockWise — Deck de Ventas</dc:title>
  <dc:subject>PptxGenJS Presentation</dc:subject>
  <dc:creator>PptxGenJS</dc:creator>
  <cp:lastModifiedBy>PptxGenJS</cp:lastModifiedBy>
  <cp:revision>1</cp:revision>
  <dcterms:created xsi:type="dcterms:W3CDTF">2026-06-11T13:58:37Z</dcterms:created>
  <dcterms:modified xsi:type="dcterms:W3CDTF">2026-06-11T13:58:37Z</dcterms:modified>
</cp:coreProperties>
</file>